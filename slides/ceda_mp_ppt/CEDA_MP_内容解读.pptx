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EEF5"/>
          </a:solidFill>
          <a:ln w="12700">
            <a:solidFill>
              <a:srgbClr val="D4EE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5989320" cy="5303520"/>
          </a:xfrm>
          <a:prstGeom prst="rect">
            <a:avLst/>
          </a:prstGeom>
          <a:solidFill>
            <a:srgbClr val="FFFFFF"/>
          </a:solidFill>
          <a:ln w="16510">
            <a:solidFill>
              <a:srgbClr val="CF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0840" y="640080"/>
            <a:ext cx="4800600" cy="5303520"/>
          </a:xfrm>
          <a:prstGeom prst="rect">
            <a:avLst/>
          </a:prstGeom>
          <a:solidFill>
            <a:srgbClr val="EFF9FC"/>
          </a:solidFill>
          <a:ln w="16510">
            <a:solidFill>
              <a:srgbClr val="C7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3268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CONSTRAINED MULTITASKING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225296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CEDA_MP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188366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43"/>
                </a:solidFill>
              </a:rPr>
              <a:t>基于协同进化与领域适配的约束多任务优化方法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50545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根据仓库中的 `CEDA_MP.m`、`CEDA_trans.m`、诊断/追踪版本与扩展变体整理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3063240"/>
            <a:ext cx="3474720" cy="320040"/>
          </a:xfrm>
          <a:prstGeom prst="roundRect">
            <a:avLst>
              <a:gd name="adj" fmla="val 22857"/>
            </a:avLst>
          </a:prstGeom>
          <a:solidFill>
            <a:srgbClr val="FFF7D6"/>
          </a:solidFill>
          <a:ln w="12700">
            <a:solidFill>
              <a:srgbClr val="FFF7D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118104"/>
            <a:ext cx="3328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Swarm and Evolutionary Computation, 2024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306324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DCEFFD"/>
          </a:solidFill>
          <a:ln w="12700">
            <a:solidFill>
              <a:srgbClr val="DCEFF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3118104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MToP 平台实现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核心关键词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950208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E6F7FF"/>
          </a:solidFill>
          <a:ln w="12700">
            <a:solidFill>
              <a:srgbClr val="E6F7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005072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双群体协同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31720" y="3950208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F8F3CF"/>
          </a:solidFill>
          <a:ln w="12700">
            <a:solidFill>
              <a:srgbClr val="F8F3C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04872" y="4005072"/>
            <a:ext cx="1271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epsilon 约束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86200" y="3950208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E7F8EB"/>
          </a:solidFill>
          <a:ln w="12700">
            <a:solidFill>
              <a:srgbClr val="E7F8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59352" y="4005072"/>
            <a:ext cx="1453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领域适配迁移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4617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3243"/>
                </a:solidFill>
              </a:rPr>
              <a:t>作者注释中的默认参数体现出不对称迁移策略：`RMP1 = 0.15`，`RMP2 = 0`。</a:t>
            </a:r>
            <a:endParaRPr lang="en-US" sz="1250" dirty="0"/>
          </a:p>
        </p:txBody>
      </p:sp>
      <p:pic>
        <p:nvPicPr>
          <p:cNvPr id="21" name="Image 0" descr="C:\Users\HUAWEI\Documents\GitHub\MY_MTO\Doc\ReadmeFigure\CpMT-LandSc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3765" y="914400"/>
            <a:ext cx="2338175" cy="24688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114032" y="374904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约束多任务优化需要同时处理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132320" y="4005072"/>
            <a:ext cx="3886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53243"/>
                </a:solidFill>
              </a:rPr>
              <a:t>跨任务知识共享是否有效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53243"/>
                </a:solidFill>
              </a:rPr>
              <a:t>可行域稀缺导致的搜索停滞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53243"/>
                </a:solidFill>
              </a:rPr>
              <a:t>不同任务分布差异下的迁移失真</a:t>
            </a:r>
            <a:endParaRPr lang="en-US" sz="1320" dirty="0"/>
          </a:p>
        </p:txBody>
      </p:sp>
      <p:sp>
        <p:nvSpPr>
          <p:cNvPr id="24" name="Text 21"/>
          <p:cNvSpPr/>
          <p:nvPr/>
        </p:nvSpPr>
        <p:spPr>
          <a:xfrm>
            <a:off x="10561320" y="644652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B9A"/>
                </a:solidFill>
              </a:rPr>
              <a:t>CEDA_MP | MToP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C"/>
          </a:solidFill>
          <a:ln w="12700">
            <a:solidFill>
              <a:srgbClr val="E6F7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389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问题背景与 CEDA_MP 的切入点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约束多任务优化里，单纯“共享”知识不够，关键是共享什么、何时共享、怎样映射。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3520440" cy="36118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956816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FFDDD2"/>
          </a:solidFill>
          <a:ln w="12700">
            <a:solidFill>
              <a:srgbClr val="FFDDD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2011680"/>
            <a:ext cx="8138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挑战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34086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60120" y="2670048"/>
            <a:ext cx="315468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1. 多任务间决策空间维度或统计特征不一致，直接迁移容易破坏结构。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2. 约束会让早期群体以不可行为主，单一选择压力容易错失潜在优质区域。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3. 若只保守追求可行解，探索性下降；若只追求探索，又会长期停在不可行区。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98848" y="1828800"/>
            <a:ext cx="3383280" cy="3611880"/>
          </a:xfrm>
          <a:prstGeom prst="roundRect">
            <a:avLst>
              <a:gd name="adj" fmla="val 1622"/>
            </a:avLst>
          </a:prstGeom>
          <a:solidFill>
            <a:srgbClr val="FDFEFE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956816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DFF6FF"/>
          </a:solidFill>
          <a:ln w="12700">
            <a:solidFill>
              <a:srgbClr val="DFF6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011680"/>
            <a:ext cx="8138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思路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81728" y="234086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81728" y="2670048"/>
            <a:ext cx="301752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CEDA_MP 用两个并行群体协同推进：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Pop1 采用 epsilon 约束选择，允许“近可行”解参与竞争；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Pop2 采用严格约束选择，维持可行性收敛方向；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两者共享后代评估结果，但承担不同搜索职责。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65008" y="1828800"/>
            <a:ext cx="3337560" cy="361188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956816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E7F8EB"/>
          </a:solidFill>
          <a:ln w="12700">
            <a:solidFill>
              <a:srgbClr val="E7F8E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2011680"/>
            <a:ext cx="8138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迁移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47888" y="234086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247888" y="2670048"/>
            <a:ext cx="297180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跨任务知识不是原样拷贝，而是先做领域适配：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将源任务样本在协方差与均值层面映射到目标任务分布，再参与交叉变异。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默认只在 Pop1 打开迁移通道，体现“探索通道更开放、收敛通道更谨慎”的设计。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8680" y="57150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243"/>
                </a:solidFill>
              </a:rPr>
              <a:t>一句话概括：CEDA_MP 不是简单叠加“协同进化 + 迁移”，而是用双群体把探索与可行性推进拆开，再通过适配后的迁移增强探索通道。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61320" y="644652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B9A"/>
                </a:solidFill>
              </a:rPr>
              <a:t>CEDA_MP | MToP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F2D8"/>
          </a:solidFill>
          <a:ln w="12700">
            <a:solidFill>
              <a:srgbClr val="FFF2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389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CEDA_MP 总体框架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代码里的 `run()` 函数可以直接对应成“初始化 - 任务内选择 - 任务间配对 - 生成后代 - 精英更新”的循环。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41248" y="1920240"/>
            <a:ext cx="20574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048256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DFF6FF"/>
          </a:solidFill>
          <a:ln w="12700">
            <a:solidFill>
              <a:srgbClr val="DFF6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103120"/>
            <a:ext cx="1042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43230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初始化双群体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24128" y="2761488"/>
            <a:ext cx="1691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每个任务各维护 `population1` 与 `population2`。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并基于 Pop1 的约束违反值计算初始 epsilon 阈值 `Ep0`。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99232" y="2560320"/>
            <a:ext cx="502920" cy="320040"/>
          </a:xfrm>
          <a:prstGeom prst="chevron">
            <a:avLst/>
          </a:prstGeom>
          <a:solidFill>
            <a:srgbClr val="0E7490">
              <a:alpha val="94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84448" y="1920240"/>
            <a:ext cx="21488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2048256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FF7D6"/>
          </a:solidFill>
          <a:ln w="12700">
            <a:solidFill>
              <a:srgbClr val="FFF7D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2103120"/>
            <a:ext cx="1042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Step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67328" y="243230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任务内选择父代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767328" y="2761488"/>
            <a:ext cx="1783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Pop1：对 CV 先做 epsilon 松弛后锦标赛选择。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Pop2：按原始 CV 与 Obj 严格选择。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70448" y="2560320"/>
            <a:ext cx="502920" cy="320040"/>
          </a:xfrm>
          <a:prstGeom prst="chevron">
            <a:avLst/>
          </a:prstGeom>
          <a:solidFill>
            <a:srgbClr val="0E7490">
              <a:alpha val="94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1920240"/>
            <a:ext cx="23317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048256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E7F8EB"/>
          </a:solidFill>
          <a:ln w="12700">
            <a:solidFill>
              <a:srgbClr val="E7F8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2103120"/>
            <a:ext cx="1042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Step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01968" y="243230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随机配对其他任务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601968" y="2761488"/>
            <a:ext cx="1965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对每个任务 t，随机选另一个任务 k。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以 `population{k}(mating_pool{k})` 作为迁移知识来源。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87968" y="2560320"/>
            <a:ext cx="502920" cy="320040"/>
          </a:xfrm>
          <a:prstGeom prst="chevron">
            <a:avLst/>
          </a:prstGeom>
          <a:solidFill>
            <a:srgbClr val="0E7490">
              <a:alpha val="94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18320" y="1920240"/>
            <a:ext cx="18745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82912" y="2048256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FDDD2"/>
          </a:solidFill>
          <a:ln w="12700">
            <a:solidFill>
              <a:srgbClr val="FFDDD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56064" y="2103120"/>
            <a:ext cx="1042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Step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0" y="2432304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评估与精英更新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601200" y="2761488"/>
            <a:ext cx="1508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合并两个通道生成的后代。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同一批后代分别更新 Pop1 与 Pop2。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60120" y="4160520"/>
            <a:ext cx="4572000" cy="1389888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3970">
            <a:solidFill>
              <a:srgbClr val="B8DD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0432" y="4389120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490"/>
                </a:solidFill>
              </a:rPr>
              <a:t>Pop1：松弛约束 + 迁移主通道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143000" y="469087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53243"/>
                </a:solidFill>
              </a:rPr>
              <a:t>使用 `Generation1()`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53243"/>
                </a:solidFill>
              </a:rPr>
              <a:t>有概率触发迁移 `RMP1`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53243"/>
                </a:solidFill>
              </a:rPr>
              <a:t>选择时用 `Selection_Elit(..., Ep)`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0" y="4160520"/>
            <a:ext cx="4572000" cy="1389888"/>
          </a:xfrm>
          <a:prstGeom prst="roundRect">
            <a:avLst>
              <a:gd name="adj" fmla="val 3289"/>
            </a:avLst>
          </a:prstGeom>
          <a:solidFill>
            <a:srgbClr val="FFFCF0"/>
          </a:solidFill>
          <a:ln w="13970">
            <a:solidFill>
              <a:srgbClr val="D9DC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43891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410C"/>
                </a:solidFill>
              </a:rPr>
              <a:t>Pop2：严格约束 + 稳定收敛通道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611112" y="469087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53243"/>
                </a:solidFill>
              </a:rPr>
              <a:t>使用 `Generation2()`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53243"/>
                </a:solidFill>
              </a:rPr>
              <a:t>默认 `RMP2 = 0`，关闭迁移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53243"/>
                </a:solidFill>
              </a:rPr>
              <a:t>选择时用 `Selection_Elit(..., 0)`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" y="58978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两个群体共享后代评价，但选择压力不同，因此形成“探索 - 收敛”分工。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0561320" y="644652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B9A"/>
                </a:solidFill>
              </a:rPr>
              <a:t>CEDA_MP | MToP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AF7FF"/>
          </a:solidFill>
          <a:ln w="12700">
            <a:solidFill>
              <a:srgbClr val="EAF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389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两个最关键的机制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一个决定如何处理约束，一个决定如何把别的任务知识“翻译”过来。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507492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1956816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FFF7D6"/>
          </a:solidFill>
          <a:ln w="12700">
            <a:solidFill>
              <a:srgbClr val="FFF7D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" y="2011680"/>
            <a:ext cx="1362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Mechanism 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2340864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epsilon 约束驱动的分阶段搜索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51560" y="2670048"/>
            <a:ext cx="470916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代码中先从 Pop1 的前 `EC_Top` 比例样本估计初始阈值 `Ep0`，随后按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Ep = Ep0 × (1 - FE / (EC_Tc × maxFE)) ^ EC_Cp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逐渐衰减到 0。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含义是：前期允许轻微违反约束的个体与可行个体一同竞争，帮助跳出稀疏可行域；后期则逐步回归严格可行性。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1828800"/>
            <a:ext cx="507492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956816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DDF3E2"/>
          </a:solidFill>
          <a:ln w="12700">
            <a:solidFill>
              <a:srgbClr val="DDF3E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2011680"/>
            <a:ext cx="1362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Mechanism 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19088" y="2340864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领域适配后的跨任务迁移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19088" y="2670048"/>
            <a:ext cx="470916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`CEDA_trans.m` 中通过均值与协方差对齐完成样本映射：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x' = (x - mu_s) · C_s^(-1/2) · C_t^(1/2) + mu_t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并且同时保留源到目标、目标到源的双向映射候选，再随机选取迁移样本。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这样做的目的，是把“源任务的结构信息”转换成更适配目标任务分布的搜索起点。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5840" y="580644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F172A"/>
                </a:solidFill>
              </a:rPr>
              <a:t>为什么默认只给 Pop1 开迁移？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3063240" y="5806440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53243"/>
                </a:solidFill>
              </a:rPr>
              <a:t>因为 Pop1 更像探索通道，允许引入带风险但高价值的外部知识；Pop2 则更像守住可行性的稳定器。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10561320" y="644652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B9A"/>
                </a:solidFill>
              </a:rPr>
              <a:t>CEDA_MP | MToP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F8DC"/>
          </a:solidFill>
          <a:ln w="12700">
            <a:solidFill>
              <a:srgbClr val="F5F8D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389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仓库实现如何对应算法设计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如果要讲代码，这一页可以直接作为“文件地图”。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3063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1956816"/>
            <a:ext cx="868680" cy="320040"/>
          </a:xfrm>
          <a:prstGeom prst="roundRect">
            <a:avLst>
              <a:gd name="adj" fmla="val 22857"/>
            </a:avLst>
          </a:prstGeom>
          <a:solidFill>
            <a:srgbClr val="DFF6FF"/>
          </a:solidFill>
          <a:ln w="12700">
            <a:solidFill>
              <a:srgbClr val="DFF6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2011680"/>
            <a:ext cx="722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主类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34086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CEDA_MP.m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2670048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主流程入口。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定义参数、`run()` 主循环、`Generation1()` 和 `Generation2()`。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520440"/>
            <a:ext cx="3063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3648456"/>
            <a:ext cx="868680" cy="320040"/>
          </a:xfrm>
          <a:prstGeom prst="roundRect">
            <a:avLst>
              <a:gd name="adj" fmla="val 22857"/>
            </a:avLst>
          </a:prstGeom>
          <a:solidFill>
            <a:srgbClr val="FFF7D6"/>
          </a:solidFill>
          <a:ln w="12700">
            <a:solidFill>
              <a:srgbClr val="FFF7D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703320"/>
            <a:ext cx="722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映射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403250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CEDA_trans.m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05840" y="4361688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迁移前的领域适配模块。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核心是均值对齐 + 协方差白化/着色。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69080" y="1828800"/>
            <a:ext cx="3474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33672" y="1956816"/>
            <a:ext cx="868680" cy="320040"/>
          </a:xfrm>
          <a:prstGeom prst="roundRect">
            <a:avLst>
              <a:gd name="adj" fmla="val 22857"/>
            </a:avLst>
          </a:prstGeom>
          <a:solidFill>
            <a:srgbClr val="DDF3E2"/>
          </a:solidFill>
          <a:ln w="12700">
            <a:solidFill>
              <a:srgbClr val="DDF3E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06824" y="2011680"/>
            <a:ext cx="722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追踪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51960" y="23408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CEDA_MP_Trace.m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251960" y="267004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在不改变逻辑的前提下，额外记录每代的迁移占比、存活率、可行率、最优来源等指标。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069080" y="3520440"/>
            <a:ext cx="3474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33672" y="3648456"/>
            <a:ext cx="868680" cy="320040"/>
          </a:xfrm>
          <a:prstGeom prst="roundRect">
            <a:avLst>
              <a:gd name="adj" fmla="val 22857"/>
            </a:avLst>
          </a:prstGeom>
          <a:solidFill>
            <a:srgbClr val="FFDDD2"/>
          </a:solidFill>
          <a:ln w="12700">
            <a:solidFill>
              <a:srgbClr val="FFDDD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06824" y="3703320"/>
            <a:ext cx="722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诊断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51960" y="403250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CEDA_MP_Diag.m / plot_CEDA_diag.m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251960" y="436168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更偏机制分析。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适合回答“迁移后代到底有没有活下来、什么时候改善了 Pop1/Pop2”这类问题。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26680" y="1828800"/>
            <a:ext cx="361188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91272" y="1956816"/>
            <a:ext cx="868680" cy="320040"/>
          </a:xfrm>
          <a:prstGeom prst="roundRect">
            <a:avLst>
              <a:gd name="adj" fmla="val 22857"/>
            </a:avLst>
          </a:prstGeom>
          <a:solidFill>
            <a:srgbClr val="E9EDF8"/>
          </a:solidFill>
          <a:ln w="12700">
            <a:solidFill>
              <a:srgbClr val="E9EDF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64424" y="2011680"/>
            <a:ext cx="722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变体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09560" y="234086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扩展族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7909560" y="2670048"/>
            <a:ext cx="324612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仓库里还包含一系列基于 CEDA_MP 的派生版本：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`CEDA_MP_ARMP` 自适应 RMP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`CEDA_MP_DUALCHANNEL` 双通道迁移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`CEDA_MP_FEASCHANNEL` 可行通道映射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`CEDA_MP_TRIGGER` 触发式迁移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这说明 CEDA_MP 已成为该目录下的核心母体框架。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68680" y="539496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默认参数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783080" y="5330952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EDF7FF"/>
          </a:solidFill>
          <a:ln w="12700">
            <a:solidFill>
              <a:srgbClr val="EDF7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56232" y="5385816"/>
            <a:ext cx="1088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EC_Top = 0.2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54680" y="5330952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FFF7D6"/>
          </a:solidFill>
          <a:ln w="12700">
            <a:solidFill>
              <a:srgbClr val="FFF7D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27832" y="5385816"/>
            <a:ext cx="1088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EC_Tc = 0.8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26280" y="5330952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E8F8EB"/>
          </a:solidFill>
          <a:ln w="12700">
            <a:solidFill>
              <a:srgbClr val="E8F8E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9432" y="5385816"/>
            <a:ext cx="996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EC_Cp = 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06440" y="5330952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FFEAE3"/>
          </a:solidFill>
          <a:ln w="12700">
            <a:solidFill>
              <a:srgbClr val="FFEAE3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9592" y="5385816"/>
            <a:ext cx="1179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RMP1 = 0.15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69480" y="5330952"/>
            <a:ext cx="1078992" cy="320040"/>
          </a:xfrm>
          <a:prstGeom prst="roundRect">
            <a:avLst>
              <a:gd name="adj" fmla="val 22857"/>
            </a:avLst>
          </a:prstGeom>
          <a:solidFill>
            <a:srgbClr val="E9EFFB"/>
          </a:solidFill>
          <a:ln w="12700">
            <a:solidFill>
              <a:srgbClr val="E9EFF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42632" y="5385816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RMP2 = 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68680" y="5833872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这些值共同塑造了“前期松弛、单边迁移、后期收紧”的默认行为。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10561320" y="644652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B9A"/>
                </a:solidFill>
              </a:rPr>
              <a:t>CEDA_MP | MToP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CEFE6"/>
          </a:solidFill>
          <a:ln w="12700">
            <a:solidFill>
              <a:srgbClr val="FCEFE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389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从追踪与诊断版本能读出什么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虽然主类只负责求解，但仓库已经提供了机制验证所需的观测接口。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41248" y="1874520"/>
            <a:ext cx="352044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002536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DFF6FF"/>
          </a:solidFill>
          <a:ln w="12700">
            <a:solidFill>
              <a:srgbClr val="DFF6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057400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Trace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38658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迁移后代质量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24128" y="2715768"/>
            <a:ext cx="31546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`plot_CEDA_MP_trace.m` 会比较 transfer offspring 与 normal offspring 的严格/松弛排序、均值 CV、可行率与 top-half 占比。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适合判断迁移个体是不是“看起来好、其实进不去”。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0832" y="1874520"/>
            <a:ext cx="352044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35424" y="2002536"/>
            <a:ext cx="1051560" cy="320040"/>
          </a:xfrm>
          <a:prstGeom prst="roundRect">
            <a:avLst>
              <a:gd name="adj" fmla="val 22857"/>
            </a:avLst>
          </a:prstGeom>
          <a:solidFill>
            <a:srgbClr val="FFF7D6"/>
          </a:solidFill>
          <a:ln w="12700">
            <a:solidFill>
              <a:srgbClr val="FFF7D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2057400"/>
            <a:ext cx="905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Survival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53712" y="238658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迁移后代存活率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53712" y="2715768"/>
            <a:ext cx="31546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日志会记录 Pop1 / Pop2 中 transfer offspring 的选中数量与存活比例。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这直接回答一个关键问题：迁移究竟是在制造噪声，还是确实帮助了群体更新。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00416" y="1874520"/>
            <a:ext cx="352044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5008" y="2002536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DDF3E2"/>
          </a:solidFill>
          <a:ln w="12700">
            <a:solidFill>
              <a:srgbClr val="DDF3E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2057400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Impact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83296" y="238658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群体前后效应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083296" y="2715768"/>
            <a:ext cx="31546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诊断项还覆盖 Pop1 / Pop2 更新前后的最佳可行目标值、可行率与多样性。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因此可以把 CEDA_MP 讲清楚为：迁移是否改变了群体，改变的是哪一个群体，以及这种改变是不是有益。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574243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53243"/>
                </a:solidFill>
              </a:rPr>
              <a:t>做论文汇报时，这一页可以自然过渡到你自己的实验图：只要把 trace/diag 日志重新画成折线图即可。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10561320" y="644652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B9A"/>
                </a:solidFill>
              </a:rPr>
              <a:t>CEDA_MP | MToP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8F4F7"/>
          </a:solidFill>
          <a:ln w="12700">
            <a:solidFill>
              <a:srgbClr val="E8F4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389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&amp; 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如何使用 CEDA_MP，以及汇报时可强调的结论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最后一页既能做总结，也能给出复现实验入口。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41248" y="1828800"/>
            <a:ext cx="45720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956816"/>
            <a:ext cx="822960" cy="320040"/>
          </a:xfrm>
          <a:prstGeom prst="roundRect">
            <a:avLst>
              <a:gd name="adj" fmla="val 22857"/>
            </a:avLst>
          </a:prstGeom>
          <a:solidFill>
            <a:srgbClr val="DFF6FF"/>
          </a:solidFill>
          <a:ln w="12700">
            <a:solidFill>
              <a:srgbClr val="DFF6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011680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运行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34086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在 MToP 中调用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24128" y="2670048"/>
            <a:ext cx="420624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示例命令：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mto({CEDA_MP()}, {CMT5()}, 'Reps', 1)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若需要机制分析，可改为：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mto({CEDA_MP_Trace()}, {CMT5()}, 'Reps', 1, 'Global_Seed', 2333)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plot_CEDA_MP_trace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适合先小规模 smoke test，再扩大 `Reps` 或 `maxFE`。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23560" y="1828800"/>
            <a:ext cx="2743200" cy="3566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88152" y="1956816"/>
            <a:ext cx="822960" cy="320040"/>
          </a:xfrm>
          <a:prstGeom prst="roundRect">
            <a:avLst>
              <a:gd name="adj" fmla="val 22857"/>
            </a:avLst>
          </a:prstGeom>
          <a:solidFill>
            <a:srgbClr val="E7F8EB"/>
          </a:solidFill>
          <a:ln w="12700">
            <a:solidFill>
              <a:srgbClr val="E7F8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61304" y="2011680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优点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06440" y="23408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汇报可强调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806440" y="2670048"/>
            <a:ext cx="237744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1. 用双群体解耦探索与可行性推进。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2. 用 epsilon 约束缓解早期可行解稀缺。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3. 用领域适配提升跨任务迁移的可用性。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4. 已形成完整变体家族，便于继续研究。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77072" y="1828800"/>
            <a:ext cx="2788920" cy="356616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3970">
            <a:solidFill>
              <a:srgbClr val="A3B8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41664" y="1956816"/>
            <a:ext cx="822960" cy="320040"/>
          </a:xfrm>
          <a:prstGeom prst="roundRect">
            <a:avLst>
              <a:gd name="adj" fmla="val 22857"/>
            </a:avLst>
          </a:prstGeom>
          <a:solidFill>
            <a:srgbClr val="FFDDD2"/>
          </a:solidFill>
          <a:ln w="12700">
            <a:solidFill>
              <a:srgbClr val="FFDDD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14816" y="2011680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提醒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59952" y="234086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答辩时可补充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759952" y="2670048"/>
            <a:ext cx="242316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1. 默认迁移是不对称的，说明作者更信任探索通道。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2. 迁移有效性最好用 trace/diag 指标实证。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3243"/>
                </a:solidFill>
              </a:rPr>
              <a:t>3. 若任务相关性弱，领域适配依然可能失真，需要自适应或触发式机制。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" y="566928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F172A"/>
                </a:solidFill>
              </a:rPr>
              <a:t>总结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1664208" y="5669280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53243"/>
                </a:solidFill>
              </a:rPr>
              <a:t>CEDA_MP 的价值不只在于一个算法结果，而在于它把“约束处理、跨任务迁移、机制可解释性”整合成了一套可扩展的实现框架。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10561320" y="644652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B9A"/>
                </a:solidFill>
              </a:rPr>
              <a:t>CEDA_MP | MToP |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CEDA_MP 内容解读</dc:title>
  <dc:subject>CEDA_MP presentation</dc:subject>
  <dc:creator>OpenAI Codex</dc:creator>
  <cp:lastModifiedBy>OpenAI Codex</cp:lastModifiedBy>
  <cp:revision>1</cp:revision>
  <dcterms:created xsi:type="dcterms:W3CDTF">2026-03-17T09:33:30Z</dcterms:created>
  <dcterms:modified xsi:type="dcterms:W3CDTF">2026-03-17T09:33:30Z</dcterms:modified>
</cp:coreProperties>
</file>